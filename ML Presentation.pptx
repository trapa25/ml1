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3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8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7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2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0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07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6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1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9388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0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218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75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04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9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8408B-D4EF-4EF1-B2A8-674BEF839F3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FC3EC2-9634-48D8-B945-3B7798CE2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D4A7-335F-2B42-4C95-065A55DB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8357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Segmentation using </a:t>
            </a:r>
            <a:r>
              <a:rPr lang="en-US" sz="5400" dirty="0"/>
              <a:t>K-Means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5FB1F-8229-370C-B305-45DEC0367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4588933" cy="1096899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MAJOR PROJECT – Week 4</a:t>
            </a:r>
          </a:p>
          <a:p>
            <a:r>
              <a:rPr lang="en-US" sz="2800" dirty="0"/>
              <a:t>Trapa Mohapatra</a:t>
            </a:r>
          </a:p>
          <a:p>
            <a:r>
              <a:rPr lang="en-US" sz="2800" dirty="0"/>
              <a:t>Course – AI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38992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3EC7-0269-28AD-801E-FA986934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JasmineUPC" panose="020B0502040204020203" pitchFamily="18" charset="-34"/>
                <a:cs typeface="JasmineUPC" panose="020B0502040204020203" pitchFamily="18" charset="-34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470D8-AA7B-BD36-5556-2EE904D3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Businesses need to understand customer behavior to improve sales and marketing.</a:t>
            </a:r>
          </a:p>
          <a:p>
            <a:r>
              <a:rPr lang="en-US" dirty="0"/>
              <a:t>Customers have different spending habits, incomes, and preferences.</a:t>
            </a:r>
          </a:p>
          <a:p>
            <a:r>
              <a:rPr lang="en-US" dirty="0"/>
              <a:t>Without segmentation, it’s difficult to design targeted strategies.</a:t>
            </a:r>
          </a:p>
          <a:p>
            <a:r>
              <a:rPr lang="en-US" dirty="0"/>
              <a:t>Goal: Use machine learning (K‑Means clustering) to group customers into </a:t>
            </a:r>
            <a:r>
              <a:rPr lang="en-US" b="1" dirty="0"/>
              <a:t>Low, Medium, and High spenders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84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9FA6-CB73-59C8-0891-B5925FCB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DATASET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7A5E8-9263-A75F-F2C2-BD6039E28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Source:</a:t>
            </a:r>
            <a:r>
              <a:rPr lang="en-US" dirty="0"/>
              <a:t> Kaggle – Mall Customers Dataset</a:t>
            </a:r>
          </a:p>
          <a:p>
            <a:r>
              <a:rPr lang="en-US" b="1" dirty="0"/>
              <a:t>Size:</a:t>
            </a:r>
            <a:r>
              <a:rPr lang="en-US" dirty="0"/>
              <a:t> 200 customer records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Annual Income (k$)</a:t>
            </a:r>
          </a:p>
          <a:p>
            <a:pPr lvl="1"/>
            <a:r>
              <a:rPr lang="en-US" dirty="0"/>
              <a:t>Spending Score (1–100)</a:t>
            </a:r>
          </a:p>
          <a:p>
            <a:r>
              <a:rPr lang="en-US" b="1" dirty="0"/>
              <a:t>Purpose:</a:t>
            </a:r>
            <a:r>
              <a:rPr lang="en-US" dirty="0"/>
              <a:t> Provides demographic and spending information to analyze customer behavior.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36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4B70-71D2-A5C0-F94F-1A2C80D5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7ACB3-81FF-EE9B-87A5-6290F37EA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</a:t>
            </a:r>
            <a:r>
              <a:rPr lang="en-US" dirty="0"/>
              <a:t> Load dataset and select features (Age, Annual Income, Spending Score).</a:t>
            </a:r>
          </a:p>
          <a:p>
            <a:r>
              <a:rPr lang="en-US" b="1" dirty="0"/>
              <a:t>Step 2:</a:t>
            </a:r>
            <a:r>
              <a:rPr lang="en-US" dirty="0"/>
              <a:t> Apply </a:t>
            </a:r>
            <a:r>
              <a:rPr lang="en-US" b="1" dirty="0"/>
              <a:t>K-Means clustering</a:t>
            </a:r>
            <a:r>
              <a:rPr lang="en-US" dirty="0"/>
              <a:t> with 3 clusters.</a:t>
            </a:r>
          </a:p>
          <a:p>
            <a:r>
              <a:rPr lang="en-US" b="1" dirty="0"/>
              <a:t>Step 3:</a:t>
            </a:r>
            <a:r>
              <a:rPr lang="en-US" dirty="0"/>
              <a:t> Assign each customer to a cluster.</a:t>
            </a:r>
          </a:p>
          <a:p>
            <a:r>
              <a:rPr lang="en-US" b="1" dirty="0"/>
              <a:t>Step 4:</a:t>
            </a:r>
            <a:r>
              <a:rPr lang="en-US" dirty="0"/>
              <a:t> Visualize clusters using Income vs Spending Score scatter plot.</a:t>
            </a:r>
          </a:p>
          <a:p>
            <a:r>
              <a:rPr lang="en-US" b="1" dirty="0"/>
              <a:t>Step 5:</a:t>
            </a:r>
            <a:r>
              <a:rPr lang="en-US" dirty="0"/>
              <a:t> Label groups as </a:t>
            </a:r>
            <a:r>
              <a:rPr lang="en-US" i="1" dirty="0"/>
              <a:t>Low Spenders</a:t>
            </a:r>
            <a:r>
              <a:rPr lang="en-US" dirty="0"/>
              <a:t>, </a:t>
            </a:r>
            <a:r>
              <a:rPr lang="en-US" i="1" dirty="0"/>
              <a:t>Medium Spenders</a:t>
            </a:r>
            <a:r>
              <a:rPr lang="en-US" dirty="0"/>
              <a:t>, </a:t>
            </a:r>
            <a:r>
              <a:rPr lang="en-US" i="1" dirty="0"/>
              <a:t>High Spenders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                        Flowchart</a:t>
            </a:r>
          </a:p>
          <a:p>
            <a:pPr marL="0" indent="0">
              <a:buNone/>
            </a:pPr>
            <a:r>
              <a:rPr lang="en-US" b="1" dirty="0"/>
              <a:t>Data → K-Means → Clusters → Visualization → Labels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33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0E1F-1C70-37EE-1DD3-158E24B5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CFBCC-0869-DBF5-3C9B-7075DF530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K‑Means clustering grouped customers into </a:t>
            </a:r>
            <a:r>
              <a:rPr lang="en-US" b="1" dirty="0"/>
              <a:t>3 segments</a:t>
            </a:r>
            <a:r>
              <a:rPr lang="en-US" dirty="0"/>
              <a:t>.</a:t>
            </a:r>
          </a:p>
          <a:p>
            <a:r>
              <a:rPr lang="en-US" dirty="0"/>
              <a:t>Cluster 0 → </a:t>
            </a:r>
            <a:r>
              <a:rPr lang="en-US" b="1" dirty="0"/>
              <a:t>Low Spenders</a:t>
            </a:r>
            <a:endParaRPr lang="en-US" dirty="0"/>
          </a:p>
          <a:p>
            <a:r>
              <a:rPr lang="en-US" dirty="0"/>
              <a:t>Cluster 1 → </a:t>
            </a:r>
            <a:r>
              <a:rPr lang="en-US" b="1" dirty="0"/>
              <a:t>Medium Spenders</a:t>
            </a:r>
            <a:endParaRPr lang="en-US" dirty="0"/>
          </a:p>
          <a:p>
            <a:r>
              <a:rPr lang="en-US" dirty="0"/>
              <a:t>Cluster 2 → </a:t>
            </a:r>
            <a:r>
              <a:rPr lang="en-US" b="1" dirty="0"/>
              <a:t>High Spenders</a:t>
            </a:r>
            <a:endParaRPr lang="en-US" dirty="0"/>
          </a:p>
          <a:p>
            <a:r>
              <a:rPr lang="en-US" dirty="0"/>
              <a:t>Clear separation visible in scatter plot (Income vs Spending Score).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461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24</TotalTime>
  <Words>230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Arial Rounded MT Bold</vt:lpstr>
      <vt:lpstr>JasmineUPC</vt:lpstr>
      <vt:lpstr>Trebuchet MS</vt:lpstr>
      <vt:lpstr>Wingdings 3</vt:lpstr>
      <vt:lpstr>Facet</vt:lpstr>
      <vt:lpstr>Customer Segmentation using K-Means</vt:lpstr>
      <vt:lpstr>PROBLEM STATEMENT</vt:lpstr>
      <vt:lpstr>DATASET </vt:lpstr>
      <vt:lpstr>METHODOLOGY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Trapa Mohapatra</dc:creator>
  <cp:lastModifiedBy>Trapa Mohapatra</cp:lastModifiedBy>
  <cp:revision>1</cp:revision>
  <dcterms:created xsi:type="dcterms:W3CDTF">2026-07-16T11:57:05Z</dcterms:created>
  <dcterms:modified xsi:type="dcterms:W3CDTF">2026-07-16T12:21:23Z</dcterms:modified>
</cp:coreProperties>
</file>